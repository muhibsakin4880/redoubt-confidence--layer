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D3EE"/>
                </a:solidFill>
              </a:rPr>
              <a:t>REDOUBT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Trust-First Data Access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D8"/>
                </a:solidFill>
              </a:rPr>
              <a:t>Security-first data collaboration for healthcare, finance, and government buyers.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8163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Security and compliance as primary product surfaces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278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AI-powered confidence scoring with auditable policy controls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3931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Governed access workflows for regulated enterprise buyers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0507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Clear path from prototype to cert-backed enterprise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Finance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Government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822960"/>
            <a:ext cx="5257800" cy="5440680"/>
          </a:xfrm>
          <a:prstGeom prst="roundRect">
            <a:avLst/>
          </a:prstGeom>
          <a:solidFill>
            <a:srgbClr val="07162E"/>
          </a:solidFill>
          <a:ln w="12700">
            <a:solidFill>
              <a:srgbClr val="1E335D"/>
            </a:solidFill>
            <a:prstDash val="solid"/>
          </a:ln>
        </p:spPr>
      </p:sp>
      <p:pic>
        <p:nvPicPr>
          <p:cNvPr id="17" name="Image 0" descr="D:\Redoubt\output\pitch-deck-redoubt\asse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61960"/>
            <a:ext cx="5074920" cy="31718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5897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Fundraising edition | Stage: prototype / investor demo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784080" y="5897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CD8"/>
                </a:solidFill>
              </a:rPr>
              <a:t>Prepared from repository artifacts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Now: Trust and Compliance Bottlenecks Are Expensive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teams cannot scale AI/data programs without verifiable governance.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</a:rPr>
              <a:t>Data buyers in regulated industries face security review delays, legal uncertainty, and low confidence in third-party data quality.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Security/legal reviews delay access and increase cost-to-acquire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No persistent trust score to guide procurement decisions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Compliance evidence is fragmented across tools and teams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Sensitive providers avoid open marketplaces due to exposure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46304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Long Sales Cycles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48272" y="202996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Procurement stalls when trust and policy proof are missing.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46304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Quality Uncertainty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62872" y="202996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Low confidence in external data degrades model outcomes.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42900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Compliance Drag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8272" y="3995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Audit readiness is manual and expensive to maintain.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342900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Provider Risk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2872" y="3995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Contributors need anonymity and policy-safe distribution.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972800" cy="109728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7EEF9"/>
                </a:solidFill>
              </a:rPr>
              <a:t>Investment thesis: the market is missing a trust-and-compliance execution layer between data supply and regulated AI demand.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Security-Native Trust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Redoubt embeds governance, confidence scoring, and auditable controls into every transaction.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2514600" cy="868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Invite-only Onboarding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2514600" cy="8686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AI Quality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00200"/>
            <a:ext cx="2514600" cy="868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Trust Score Assignment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600200"/>
            <a:ext cx="2514600" cy="8686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Audited Controlled 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Corporate identity, role, and usage-intent checks before access.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Scoring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Multi-factor confidence scoring tied to quality and anomaly signals.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Protection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Policy guardrails, escrow controls, and provider identity shielding.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Compliance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7260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Audit trail, consent records, and evidence workflows by default.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EF9"/>
                </a:solidFill>
              </a:rPr>
              <a:t>Positioning: Not an open marketplace. A defensible security/compliance infrastructure for regulated data exchange.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Evidence: Security and Governance UX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 captured from the live prototype in this repository.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Landing</a:t>
            </a:r>
            <a:endParaRPr lang="en-US" sz="1200" dirty="0"/>
          </a:p>
        </p:txBody>
      </p:sp>
      <p:pic>
        <p:nvPicPr>
          <p:cNvPr id="8" name="Image 0" descr="D:\Redoubt\output\pitch-deck-redoubt\asse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3674"/>
            <a:ext cx="3401568" cy="21259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Trust-first market positioning and controlled-access motion.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531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Participant Dashboard</a:t>
            </a:r>
            <a:endParaRPr lang="en-US" sz="1200" dirty="0"/>
          </a:p>
        </p:txBody>
      </p:sp>
      <p:pic>
        <p:nvPicPr>
          <p:cNvPr id="12" name="Image 1" descr="D:\Redoubt\output\pitch-deck-redoubt\asse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63674"/>
            <a:ext cx="3401568" cy="21259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Security telemetry, trust posture, and compliance status.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393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764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 Locker</a:t>
            </a:r>
            <a:endParaRPr lang="en-US" sz="1200" dirty="0"/>
          </a:p>
        </p:txBody>
      </p:sp>
      <p:pic>
        <p:nvPicPr>
          <p:cNvPr id="16" name="Image 2" descr="D:\Redoubt\output\pitch-deck-redoubt\assets\compli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63674"/>
            <a:ext cx="3401568" cy="21259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Shared-responsibility and certification evidence in-product.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and Compliance Posture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core investment moat: controls are productized, visible, and workflow-native.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257800" cy="438912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3EE"/>
                </a:solidFill>
              </a:rPr>
              <a:t>Compliance posture and control depth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SOC 2 Type II milestone reflected in status surface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HIPAA and GDPR-aligned controls visible in product flows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ISO 27001 program tracked with target Q3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Shared-responsibility model articulated for enterprise buyers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Immutable audit + consent + escrow workflows already prototyped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Deployment options: SaaS, private cloud, and on-prem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166360" cy="438912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pic>
        <p:nvPicPr>
          <p:cNvPr id="15" name="Image 0" descr="D:\Redoubt\output\pitch-deck-redoubt\assets\compl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2072259"/>
            <a:ext cx="4956048" cy="309753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Readiness Evidence (Repo-backed)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implementation depth reduces execution risk on the path to production.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Page components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App routes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28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Workspace routes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Admin routes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3288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0604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Onboarding routes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0740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Onboarding steps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508760"/>
            <a:ext cx="5029200" cy="23774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6916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D3EE"/>
                </a:solidFill>
              </a:rPr>
              <a:t>Route distribution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057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Onboarding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2011680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011680"/>
            <a:ext cx="618744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204825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26243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Workspace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55280" y="2578608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578608"/>
            <a:ext cx="2474976" cy="256032"/>
          </a:xfrm>
          <a:prstGeom prst="roundRect">
            <a:avLst/>
          </a:prstGeom>
          <a:solidFill>
            <a:srgbClr val="23D3EE"/>
          </a:solidFill>
          <a:ln w="12700">
            <a:solidFill>
              <a:srgbClr val="23D3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0" y="261518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28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19125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Admin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55280" y="3145536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145536"/>
            <a:ext cx="1060704" cy="256032"/>
          </a:xfrm>
          <a:prstGeom prst="round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3182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5080" y="4069080"/>
            <a:ext cx="5029200" cy="1755648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343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Security modules: RBAC, red-team mode, secure enclave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4672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Compliance modules: audit trail, evidence locker, consent tracker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5001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Governance modules: escrow center, lineage, and usage analytics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37960" y="5330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Deployment checklist already documented for production rollout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Buyer Profiles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 focus: highest urgency segments with acute compliance and trust pain.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Regulated Enterprises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Governed access plus audit-ready controls for production workloads.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55448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Model Risk &amp; Security Teams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21284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Continuous confidence and policy enforcement for AI operations.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Compliance &amp; Legal Functions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1788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Evidence-first workflows to accelerate approvals and audits.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352044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776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Data Contributors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41788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Controlled monetization with identity shielding and escrow protection.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650992"/>
            <a:ext cx="10972800" cy="64008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833872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Beachhead markets from repo positioning: Healthcare, Finance, and Government.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Model and Security Upsell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Tiered API packaging plus enterprise compliance/deployment expansion.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3611880" cy="26517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$500/mo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1,000 API calls/month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Foundational trust-scored API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611880" cy="2651760"/>
          </a:xfrm>
          <a:prstGeom prst="roundRect">
            <a:avLst/>
          </a:prstGeom>
          <a:solidFill>
            <a:srgbClr val="102448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Growth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$2,000/mo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10,000 API calls/month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Priority support + governed integrations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1600200"/>
            <a:ext cx="3611880" cy="26517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Custom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410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Unlimited API calls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410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Private deployment + SLA + compliance support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5760720" cy="2011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6451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D3EE"/>
                </a:solidFill>
              </a:rPr>
              <a:t>Included API volume by tier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0200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Starter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4983480"/>
            <a:ext cx="347472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4983480"/>
            <a:ext cx="347472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5010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1,000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" y="556869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Growth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57400" y="5532120"/>
            <a:ext cx="347472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5532120"/>
            <a:ext cx="3474720" cy="256032"/>
          </a:xfrm>
          <a:prstGeom prst="roundRect">
            <a:avLst/>
          </a:prstGeom>
          <a:solidFill>
            <a:srgbClr val="23D3EE"/>
          </a:solidFill>
          <a:ln w="12700">
            <a:solidFill>
              <a:srgbClr val="23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55595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10,000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20840" y="4480560"/>
            <a:ext cx="4983480" cy="2011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47548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Land with API value, expand with governance and compliance depth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510235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Enterprise tier unlocks private cloud/on-prem deployment economics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03720" y="544982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Security and audit features justify premium ACV in regulated accounts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03720" y="579729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Long-term model: usage + policy automation + trust analytics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and Capital Deployment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plan aligned to design partners, compliance wins, and enterprise conversion.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Design Partner Revenue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Convert 3-5 lighthouse institutions into paid pilot accounts.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Compliance Conversion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Win security/legal stakeholders with measurable control outcomes.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582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Enterprise Expansion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Scale via private deployment and strategic channel alliances.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11018520" cy="182880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3EE"/>
                </a:solidFill>
              </a:rPr>
              <a:t>Use of proceeds priorities (first 18 months)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8280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Platform engineering: production backend + policy engine hardening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Security/compliance: audit exports, controls automation, cert execution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4498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Go-to-market: design partner onboarding and enterprise sales motion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Customer success: pilot-to-production implementation support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64515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Status today: prototype with deploy checklist and end-to-end trust/compliance UX already demonstrated.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Defensible Moat: Security + Compliance Execution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Redoubt wins where procurement requires proof, controls, and auditable outcomes.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927080" cy="44348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Typical Marketplace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Redoubt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148840"/>
            <a:ext cx="1042416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408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Verified onboarding and identity controls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340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Inconsistent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23408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862072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1693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Persistent trust scoring across workflows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916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Partial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916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Policy-enforced access and revocation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Limited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493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014216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690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Escrow and dispute-aware transaction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069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Rare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0690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64515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Immutable audit and consent logging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645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Inconsistent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6451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166360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21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Compliance evidence UX for enterprise buyers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221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No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52212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61722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D3EE"/>
                </a:solidFill>
              </a:rPr>
              <a:t>Strategic moat: compliance and security become daily workflow primitives, not post-processing add-ons.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18-Month Security and Certification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 designed to de-risk enterprise procurement and support premium pricing.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337560"/>
            <a:ext cx="10058400" cy="0"/>
          </a:xfrm>
          <a:prstGeom prst="line">
            <a:avLst/>
          </a:prstGeom>
          <a:noFill/>
          <a:ln w="12700">
            <a:solidFill>
              <a:srgbClr val="17B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Q2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 security 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Backend hardening, policy engine APIs, and first paid pilots.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6118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 27001 milestone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Certification execution and deeper control automation.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Q4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Regional + private deployment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AP-Southeast target and private cloud expansion.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410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Q1 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Enterprise scale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08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Repeatable sales, implementation, and compliance operations.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Fund the trust layer for regulated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80160" y="16916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CD8"/>
                </a:solidFill>
              </a:rPr>
              <a:t>Redoubt converts compliance friction into defensible enterprise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0195560" cy="29718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Fundraising 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3063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Target raise (draft): $3.0M Seed to reach enterprise pilot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3447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Focus: security/compliance productization and production hardening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8313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Milestones: paid pilots, certification progress, private deployments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4215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Investor value: category-defining trust moat in regulated data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697480"/>
            <a:ext cx="4206240" cy="2331720"/>
          </a:xfrm>
          <a:prstGeom prst="roundRect">
            <a:avLst/>
          </a:prstGeom>
          <a:solidFill>
            <a:srgbClr val="0D2346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926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of Funds (Draft)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27355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45% engineering and platform hardening | 30% security/compliance execution | 25% GTM and enterprise delivery.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D3EE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Investor + security/compliance edition | March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Redoubt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Redoubt Investor Security Deck</dc:title>
  <dc:subject>Investor Security &amp; Compliance Pitch Deck</dc:subject>
  <dc:creator>Redoubt</dc:creator>
  <cp:lastModifiedBy>Redoubt</cp:lastModifiedBy>
  <cp:revision>1</cp:revision>
  <dcterms:created xsi:type="dcterms:W3CDTF">2026-03-23T05:32:27Z</dcterms:created>
  <dcterms:modified xsi:type="dcterms:W3CDTF">2026-03-23T05:32:27Z</dcterms:modified>
</cp:coreProperties>
</file>